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Secure Coding Review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Identifying &amp; Fixing Common Vulnerabilities</a:t>
            </a:r>
          </a:p>
          <a:p>
            <a:r>
              <a:t>By Vinoth Kumar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 a secure coding audit on a sample Python Flask application to identify common vulnerabilities and implement fixes.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Python 3.x</a:t>
            </a:r>
          </a:p>
          <a:p>
            <a:r>
              <a:t>- Flask (for sample app)</a:t>
            </a:r>
          </a:p>
          <a:p>
            <a:r>
              <a:t>- Bandit (security scanner)</a:t>
            </a:r>
          </a:p>
          <a:p>
            <a:r>
              <a:t>- sqlite3 (local DB)</a:t>
            </a:r>
          </a:p>
          <a:p>
            <a:r>
              <a:t>- Text editor / IDE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Vulnerabilities in Sample App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SQL Injection: unsafe string formatting in SQL queries</a:t>
            </a:r>
          </a:p>
          <a:p>
            <a:r>
              <a:t>- Command Injection: using os.system() with untrusted input</a:t>
            </a:r>
          </a:p>
          <a:p/>
          <a:p>
            <a:r>
              <a:t>(Bandit will flag these issues automatically)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 Bandit Security Scan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Command:</a:t>
            </a:r>
          </a:p>
          <a:p/>
          <a:p>
            <a:r>
              <a:t>bandit -r Task3_vulnerable_app_Vinoth_Kumar.py</a:t>
            </a:r>
          </a:p>
          <a:p/>
          <a:p>
            <a:r>
              <a:t>Example findings: B608 (SQL from user input), B602/B204 (subprocess/shell issues)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Fixes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Use parameterized SQL queries to prevent SQL injection</a:t>
            </a:r>
          </a:p>
          <a:p>
            <a:r>
              <a:t>- Replace os.system with subprocess.run and validate input</a:t>
            </a:r>
          </a:p>
          <a:p>
            <a:r>
              <a:t>- Add simple input validation and error handling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Snippets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Vulnerable:</a:t>
            </a:r>
          </a:p>
          <a:p>
            <a:r>
              <a:t>query = f"SELECT * FROM users WHERE username='{username}' AND password='{password}'"</a:t>
            </a:r>
          </a:p>
          <a:p/>
          <a:p>
            <a:r>
              <a:t>Fixed:</a:t>
            </a:r>
          </a:p>
          <a:p>
            <a:r>
              <a:t>query = "SELECT * FROM users WHERE username=? AND password=?"</a:t>
            </a:r>
          </a:p>
          <a:p>
            <a:r>
              <a:t>cursor.execute(query, (username, password))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to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Create a simple users.db with a users table and sample user</a:t>
            </a:r>
          </a:p>
          <a:p>
            <a:r>
              <a:t>- Run the vulnerable app and try normal and malicious inputs</a:t>
            </a:r>
          </a:p>
          <a:p>
            <a:r>
              <a:t>- Run bandit to see reported issues</a:t>
            </a:r>
          </a:p>
          <a:p>
            <a:r>
              <a:t>- Run the fixed app to verify the issues are resolved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Understand common coding vulnerabilities</a:t>
            </a:r>
          </a:p>
          <a:p>
            <a:r>
              <a:t>- Learn to use automated tools (Bandit)</a:t>
            </a:r>
          </a:p>
          <a:p>
            <a:r>
              <a:t>- Practice fixing vulnerabilities and validating inputs</a:t>
            </a:r>
          </a:p>
          <a:p>
            <a:r>
              <a:t>- Prepare a basic security review report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Secure coding practices and automated scanning reduce the risk of common vulnerabilities. This exercise helps beginners build secure coding habits.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1647</Words>
  <Application>WPS Presentation</Application>
  <PresentationFormat>On-screen Show (4:3)</PresentationFormat>
  <Paragraphs>65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Secure Coding Review - Task 3</vt:lpstr>
      <vt:lpstr>Objective</vt:lpstr>
      <vt:lpstr>Tools &amp; Requirements</vt:lpstr>
      <vt:lpstr>Vulnerabilities in Sample App</vt:lpstr>
      <vt:lpstr>Run Bandit Security Scan</vt:lpstr>
      <vt:lpstr>Fixes Implemented</vt:lpstr>
      <vt:lpstr>Code Snippets</vt:lpstr>
      <vt:lpstr>How to Test</vt:lpstr>
      <vt:lpstr>Learning Outcomes</vt:lpstr>
      <vt:lpstr>Conclusion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Vinoth kumar</cp:lastModifiedBy>
  <cp:revision>2</cp:revision>
  <dcterms:created xsi:type="dcterms:W3CDTF">2013-01-27T09:14:00Z</dcterms:created>
  <dcterms:modified xsi:type="dcterms:W3CDTF">2025-10-21T13:20:00Z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DD0783CD96D14A05BEF87948FC6883F7_12</vt:lpwstr>
  </property>
  <property fmtid="{D5CDD505-2E9C-101B-9397-08002B2CF9AE}" pid="3" name="KSOProductBuildVer">
    <vt:lpwstr>1033-12.2.0.22549</vt:lpwstr>
  </property>
</Properties>
</file>